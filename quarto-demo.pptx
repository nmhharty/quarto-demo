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g" ContentType="image/jpeg"/>
  <Override PartName="/docProps/app.xml" ContentType="application/vnd.openxmlformats-officedocument.extended-properti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theme/theme2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viewProps.xml" ContentType="application/vnd.openxmlformats-officedocument.presentationml.viewProp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</Types>
</file>

<file path=_rels/.rels><?xml version="1.0" encoding="UTF-8"?><Relationships xmlns="http://schemas.openxmlformats.org/package/2006/relationships"><Relationship Id="rId1" Type="http://schemas.openxmlformats.org/officeDocument/2006/relationships/officeDocument" Target="ppt/presentation.xml" /><Relationship Id="rId2" Type="http://schemas.openxmlformats.org/package/2006/relationships/metadata/core-properties" Target="docProps/core.xml" /><Relationship Id="rId3" Type="http://schemas.openxmlformats.org/package/2006/relationships/metadata/extended-properties" Target="docProps/app.xml" /><Relationship Id="rId4" Type="http://schemas.openxmlformats.org/officeDocument/2006/relationships/custom-properties" Target="docProps/custom.xml" /></Relationships>
</file>

<file path=ppt/presentation.xml><?xml version="1.0" encoding="utf-8"?>
<p:presentation xmlns:a="http://schemas.openxmlformats.org/drawingml/2006/main" xmlns:ahyp="http://schemas.microsoft.com/office/drawing/2018/hyperlinkcolor" xmlns:c="http://schemas.openxmlformats.org/drawingml/2006/chart" xmlns:com="http://schemas.openxmlformats.org/drawingml/2006/compatibility" xmlns:dgm="http://schemas.openxmlformats.org/drawingml/2006/diagram" xmlns:mc="http://schemas.openxmlformats.org/markup-compatibility/2006" xmlns:mv="urn:schemas-microsoft-com:mac:vml" xmlns:o="urn:schemas-microsoft-com:office:office" xmlns:p="http://schemas.openxmlformats.org/presentationml/2006/main" xmlns:p14="http://schemas.microsoft.com/office/powerpoint/2010/main" xmlns:p15="http://schemas.microsoft.com/office/powerpoint/2012/main" xmlns:pvml="urn:schemas-microsoft-com:office:powerpoint" xmlns:r="http://schemas.openxmlformats.org/officeDocument/2006/relationships" xmlns:v="urn:schemas-microsoft-com:vml" autoCompressPictures="0" saveSubsetFonts="1" strictFirstAndLastChars="0">
  <p:sldMasterIdLst>
    <p:sldMasterId id="2147483654" r:id="rId4"/>
  </p:sld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</p:sldIdLst>
  <p:sldSz cx="9144000" cy="5143500"/>
  <p:notesSz cx="6858000" cy="9144000"/>
  <p:defaultTextStyle>
    <a:defPPr algn="l" lvl="0" marR="0" rtl="0">
      <a:lnSpc>
        <a:spcPct val="100000"/>
      </a:lnSpc>
      <a:spcBef>
        <a:spcPts val="0"/>
      </a:spcBef>
      <a:spcAft>
        <a:spcPts val="0"/>
      </a:spcAft>
    </a:defPPr>
    <a:lvl1pPr algn="l" lvl="0" marR="0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cap="none" i="0" strike="noStrike" sz="1400" u="none">
        <a:solidFill>
          <a:srgbClr val="000000"/>
        </a:solidFill>
        <a:latin typeface="Arial"/>
        <a:ea typeface="Arial"/>
        <a:cs typeface="Arial"/>
        <a:sym typeface="Arial"/>
      </a:defRPr>
    </a:lvl1pPr>
    <a:lvl2pPr algn="l" lvl="1" marR="0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cap="none" i="0" strike="noStrike" sz="1400" u="none">
        <a:solidFill>
          <a:srgbClr val="000000"/>
        </a:solidFill>
        <a:latin typeface="Arial"/>
        <a:ea typeface="Arial"/>
        <a:cs typeface="Arial"/>
        <a:sym typeface="Arial"/>
      </a:defRPr>
    </a:lvl2pPr>
    <a:lvl3pPr algn="l" lvl="2" marR="0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cap="none" i="0" strike="noStrike" sz="1400" u="none">
        <a:solidFill>
          <a:srgbClr val="000000"/>
        </a:solidFill>
        <a:latin typeface="Arial"/>
        <a:ea typeface="Arial"/>
        <a:cs typeface="Arial"/>
        <a:sym typeface="Arial"/>
      </a:defRPr>
    </a:lvl3pPr>
    <a:lvl4pPr algn="l" lvl="3" marR="0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cap="none" i="0" strike="noStrike" sz="1400" u="none">
        <a:solidFill>
          <a:srgbClr val="000000"/>
        </a:solidFill>
        <a:latin typeface="Arial"/>
        <a:ea typeface="Arial"/>
        <a:cs typeface="Arial"/>
        <a:sym typeface="Arial"/>
      </a:defRPr>
    </a:lvl4pPr>
    <a:lvl5pPr algn="l" lvl="4" marR="0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cap="none" i="0" strike="noStrike" sz="1400" u="none">
        <a:solidFill>
          <a:srgbClr val="000000"/>
        </a:solidFill>
        <a:latin typeface="Arial"/>
        <a:ea typeface="Arial"/>
        <a:cs typeface="Arial"/>
        <a:sym typeface="Arial"/>
      </a:defRPr>
    </a:lvl5pPr>
    <a:lvl6pPr algn="l" lvl="5" marR="0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cap="none" i="0" strike="noStrike" sz="1400" u="none">
        <a:solidFill>
          <a:srgbClr val="000000"/>
        </a:solidFill>
        <a:latin typeface="Arial"/>
        <a:ea typeface="Arial"/>
        <a:cs typeface="Arial"/>
        <a:sym typeface="Arial"/>
      </a:defRPr>
    </a:lvl6pPr>
    <a:lvl7pPr algn="l" lvl="6" marR="0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cap="none" i="0" strike="noStrike" sz="1400" u="none">
        <a:solidFill>
          <a:srgbClr val="000000"/>
        </a:solidFill>
        <a:latin typeface="Arial"/>
        <a:ea typeface="Arial"/>
        <a:cs typeface="Arial"/>
        <a:sym typeface="Arial"/>
      </a:defRPr>
    </a:lvl7pPr>
    <a:lvl8pPr algn="l" lvl="7" marR="0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cap="none" i="0" strike="noStrike" sz="1400" u="none">
        <a:solidFill>
          <a:srgbClr val="000000"/>
        </a:solidFill>
        <a:latin typeface="Arial"/>
        <a:ea typeface="Arial"/>
        <a:cs typeface="Arial"/>
        <a:sym typeface="Arial"/>
      </a:defRPr>
    </a:lvl8pPr>
    <a:lvl9pPr algn="l" lvl="8" marR="0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cap="none" i="0" strike="noStrike" sz="1400" u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ahyp="http://schemas.microsoft.com/office/drawing/2018/hyperlinkcolor" xmlns:c="http://schemas.openxmlformats.org/drawingml/2006/chart" xmlns:com="http://schemas.openxmlformats.org/drawingml/2006/compatibility" xmlns:dgm="http://schemas.openxmlformats.org/drawingml/2006/diagram" xmlns:mc="http://schemas.openxmlformats.org/markup-compatibility/2006" xmlns:mv="urn:schemas-microsoft-com:mac:vml" xmlns:o="urn:schemas-microsoft-com:office:office" xmlns:p="http://schemas.openxmlformats.org/presentationml/2006/main" xmlns:p14="http://schemas.microsoft.com/office/powerpoint/2010/main" xmlns:p15="http://schemas.microsoft.com/office/powerpoint/2012/main" xmlns:pvml="urn:schemas-microsoft-com:office:powerpoint" xmlns:r="http://schemas.openxmlformats.org/officeDocument/2006/relationships" xmlns:v="urn:schemas-microsoft-com:vml" showComments="0">
  <p:slideViewPr>
    <p:cSldViewPr snapToGrid="0">
      <p:cViewPr varScale="1">
        <p:scale>
          <a:sx d="100" n="100"/>
          <a:sy d="100" n="100"/>
        </p:scale>
        <p:origin x="0" y="0"/>
      </p:cViewPr>
      <p:guideLst>
        <p:guide orient="horz" pos="1620"/>
        <p:guide pos="2880"/>
      </p:guideLst>
    </p:cSldViewPr>
  </p:slideViewPr>
</p:viewPr>
</file>

<file path=ppt/_rels/presentation.xml.rels><?xml version="1.0" encoding="UTF-8"?><Relationships xmlns="http://schemas.openxmlformats.org/package/2006/relationships"><Relationship Id="rId5" Type="http://schemas.openxmlformats.org/officeDocument/2006/relationships/slide" Target="slides/slide1.xml" /><Relationship Id="rId6" Type="http://schemas.openxmlformats.org/officeDocument/2006/relationships/slide" Target="slides/slide2.xml" /><Relationship Id="rId7" Type="http://schemas.openxmlformats.org/officeDocument/2006/relationships/slide" Target="slides/slide3.xml" /><Relationship Id="rId8" Type="http://schemas.openxmlformats.org/officeDocument/2006/relationships/slide" Target="slides/slide4.xml" /><Relationship Id="rId9" Type="http://schemas.openxmlformats.org/officeDocument/2006/relationships/slide" Target="slides/slide5.xml" /><Relationship Id="rId10" Type="http://schemas.openxmlformats.org/officeDocument/2006/relationships/slide" Target="slides/slide6.xml" /><Relationship Id="rId11" Type="http://schemas.openxmlformats.org/officeDocument/2006/relationships/slide" Target="slides/slide7.xml" /><Relationship Id="rId12" Type="http://schemas.openxmlformats.org/officeDocument/2006/relationships/slide" Target="slides/slide8.xml" /><Relationship Id="rId13" Type="http://schemas.openxmlformats.org/officeDocument/2006/relationships/slide" Target="slides/slide9.xml" /><Relationship Id="rId1" Type="http://schemas.openxmlformats.org/officeDocument/2006/relationships/theme" Target="theme/theme1.xml" /><Relationship Id="rId2" Type="http://schemas.openxmlformats.org/officeDocument/2006/relationships/viewProps" Target="viewProps.xml" /><Relationship Id="rId3" Type="http://schemas.openxmlformats.org/officeDocument/2006/relationships/presProps" Target="presProps.xml" /><Relationship Id="rId4" Type="http://schemas.openxmlformats.org/officeDocument/2006/relationships/slideMaster" Target="slideMasters/slideMaster1.xml" /></Relationship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jpg"/><Relationship Id="rId3" Type="http://schemas.openxmlformats.org/officeDocument/2006/relationships/image" Target="../media/image2.png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4.png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4.png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png"/><Relationship Id="rId3" Type="http://schemas.openxmlformats.org/officeDocument/2006/relationships/image" Target="../media/image1.png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jpg"/><Relationship Id="rId3" Type="http://schemas.openxmlformats.org/officeDocument/2006/relationships/image" Target="../media/image2.png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3429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7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5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3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435751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34600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 anchor="t"/>
          <a:lstStyle>
            <a:lvl1pPr algn="l">
              <a:defRPr sz="3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</p:spPr>
        <p:txBody>
          <a:bodyPr anchor="b"/>
          <a:lstStyle>
            <a:lvl1pPr marL="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306907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988624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151335"/>
            <a:ext cx="4040188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1631156"/>
            <a:ext cx="4040188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6" y="1151335"/>
            <a:ext cx="4041775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6" y="1631156"/>
            <a:ext cx="4041775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579396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End: thank you">
  <p:cSld name="ONE_COLUMN_TEXT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42" name="Google Shape;42;p7"/>
          <p:cNvPicPr preferRelativeResize="0"/>
          <p:nvPr/>
        </p:nvPicPr>
        <p:blipFill rotWithShape="1">
          <a:blip r:embed="rId3">
            <a:alphaModFix/>
          </a:blip>
          <a:srcRect b="159" l="0" r="0" t="169"/>
          <a:stretch/>
        </p:blipFill>
        <p:spPr>
          <a:xfrm>
            <a:off x="6967941" y="4666541"/>
            <a:ext cx="2061476" cy="362375"/>
          </a:xfrm>
          <a:prstGeom prst="rect">
            <a:avLst/>
          </a:prstGeom>
          <a:noFill/>
          <a:ln>
            <a:noFill/>
          </a:ln>
        </p:spPr>
      </p:pic>
      <p:sp>
        <p:nvSpPr>
          <p:cNvPr id="43" name="Google Shape;43;p7"/>
          <p:cNvSpPr txBox="1"/>
          <p:nvPr>
            <p:ph idx="1" type="subTitle"/>
          </p:nvPr>
        </p:nvSpPr>
        <p:spPr>
          <a:xfrm>
            <a:off x="965625" y="2877000"/>
            <a:ext cx="7021500" cy="682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8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4" name="Google Shape;44;p7"/>
          <p:cNvSpPr txBox="1"/>
          <p:nvPr>
            <p:ph idx="2" type="subTitle"/>
          </p:nvPr>
        </p:nvSpPr>
        <p:spPr>
          <a:xfrm>
            <a:off x="2413650" y="4632338"/>
            <a:ext cx="4316700" cy="430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5" name="Google Shape;45;p7"/>
          <p:cNvSpPr txBox="1"/>
          <p:nvPr/>
        </p:nvSpPr>
        <p:spPr>
          <a:xfrm>
            <a:off x="901650" y="1580925"/>
            <a:ext cx="7340700" cy="1108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60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rPr>
              <a:t>Thank you!</a:t>
            </a:r>
            <a:endParaRPr b="1" sz="6000">
              <a:solidFill>
                <a:srgbClr val="FFFFFF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090109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04788"/>
            <a:ext cx="5111750" cy="438983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1" y="1076326"/>
            <a:ext cx="3008313" cy="351829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089564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3600450"/>
            <a:ext cx="5486400" cy="425054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4025503"/>
            <a:ext cx="5486400" cy="60364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68998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91479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05979"/>
            <a:ext cx="2057400" cy="4388644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05979"/>
            <a:ext cx="6019800" cy="438864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1529045"/>
      </p:ext>
    </p:extLst>
  </p:cSld>
  <p:clrMapOvr>
    <a:masterClrMapping/>
  </p:clrMapOvr>
</p:sldLayout>
</file>

<file path=ppt/slideMasters/_rels/slideMaster1.xml.rels><?xml version="1.0" encoding="UTF-8"?><Relationships xmlns="http://schemas.openxmlformats.org/package/2006/relationships"><Relationship Id="rId1" Target="../slideLayouts/slideLayout1.xml" Type="http://schemas.openxmlformats.org/officeDocument/2006/relationships/slideLayout" /><Relationship Id="rId2" Target="../slideLayouts/slideLayout2.xml" Type="http://schemas.openxmlformats.org/officeDocument/2006/relationships/slideLayout" /><Relationship Id="rId3" Target="../slideLayouts/slideLayout3.xml" Type="http://schemas.openxmlformats.org/officeDocument/2006/relationships/slideLayout" /><Relationship Id="rId4" Target="../slideLayouts/slideLayout4.xml" Type="http://schemas.openxmlformats.org/officeDocument/2006/relationships/slideLayout" /><Relationship Id="rId5" Target="../slideLayouts/slideLayout5.xml" Type="http://schemas.openxmlformats.org/officeDocument/2006/relationships/slideLayout" /><Relationship Id="rId6" Target="../slideLayouts/slideLayout6.xml" Type="http://schemas.openxmlformats.org/officeDocument/2006/relationships/slideLayout" /><Relationship Id="rId7" Target="../theme/theme1.xml" Type="http://schemas.openxmlformats.org/officeDocument/2006/relationships/theme" /><Relationship Id="rId9" Type="http://schemas.openxmlformats.org/officeDocument/2006/relationships/slideLayout" Target="../slideLayouts/slideLayout8.xml" /><Relationship Id="rId8" Type="http://schemas.openxmlformats.org/officeDocument/2006/relationships/slideLayout" Target="../slideLayouts/slideLayout7.xml" /></Relationships>
</file>

<file path=ppt/slideMasters/slideMaster1.xml><?xml version="1.0" encoding="utf-8"?>
<p:sldMaster xmlns:a="http://schemas.openxmlformats.org/drawingml/2006/main" xmlns:ahyp="http://schemas.microsoft.com/office/drawing/2018/hyperlinkcolor" xmlns:c="http://schemas.openxmlformats.org/drawingml/2006/chart" xmlns:com="http://schemas.openxmlformats.org/drawingml/2006/compatibility" xmlns:dgm="http://schemas.openxmlformats.org/drawingml/2006/diagram" xmlns:mc="http://schemas.openxmlformats.org/markup-compatibility/2006" xmlns:mv="urn:schemas-microsoft-com:mac:vml" xmlns:o="urn:schemas-microsoft-com:office:office" xmlns:p="http://schemas.openxmlformats.org/presentationml/2006/main" xmlns:p14="http://schemas.microsoft.com/office/powerpoint/2010/main" xmlns:p15="http://schemas.microsoft.com/office/powerpoint/2012/main" xmlns:pvml="urn:schemas-microsoft-com:office:powerpoint" xmlns:r="http://schemas.openxmlformats.org/officeDocument/2006/relationships" xmlns:v="urn:schemas-microsoft-com:vml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="ctr" anchorCtr="0" bIns="91425" lIns="91425" rIns="91425" spcFirstLastPara="1" tIns="91425" wrap="square">
            <a:normAutofit/>
          </a:bodyPr>
          <a:lstStyle>
            <a:lvl1pPr algn="r" lvl="0">
              <a:buNone/>
              <a:defRPr sz="1000">
                <a:solidFill>
                  <a:schemeClr val="dk2"/>
                </a:solidFill>
              </a:defRPr>
            </a:lvl1pPr>
            <a:lvl2pPr algn="r" lvl="1">
              <a:buNone/>
              <a:defRPr sz="1000">
                <a:solidFill>
                  <a:schemeClr val="dk2"/>
                </a:solidFill>
              </a:defRPr>
            </a:lvl2pPr>
            <a:lvl3pPr algn="r" lvl="2">
              <a:buNone/>
              <a:defRPr sz="1000">
                <a:solidFill>
                  <a:schemeClr val="dk2"/>
                </a:solidFill>
              </a:defRPr>
            </a:lvl3pPr>
            <a:lvl4pPr algn="r" lvl="3">
              <a:buNone/>
              <a:defRPr sz="1000">
                <a:solidFill>
                  <a:schemeClr val="dk2"/>
                </a:solidFill>
              </a:defRPr>
            </a:lvl4pPr>
            <a:lvl5pPr algn="r" lvl="4">
              <a:buNone/>
              <a:defRPr sz="1000">
                <a:solidFill>
                  <a:schemeClr val="dk2"/>
                </a:solidFill>
              </a:defRPr>
            </a:lvl5pPr>
            <a:lvl6pPr algn="r" lvl="5">
              <a:buNone/>
              <a:defRPr sz="1000">
                <a:solidFill>
                  <a:schemeClr val="dk2"/>
                </a:solidFill>
              </a:defRPr>
            </a:lvl6pPr>
            <a:lvl7pPr algn="r" lvl="6">
              <a:buNone/>
              <a:defRPr sz="1000">
                <a:solidFill>
                  <a:schemeClr val="dk2"/>
                </a:solidFill>
              </a:defRPr>
            </a:lvl7pPr>
            <a:lvl8pPr algn="r" lvl="7">
              <a:buNone/>
              <a:defRPr sz="1000">
                <a:solidFill>
                  <a:schemeClr val="dk2"/>
                </a:solidFill>
              </a:defRPr>
            </a:lvl8pPr>
            <a:lvl9pPr algn="r" lvl="8">
              <a:buNone/>
              <a:defRPr sz="1000">
                <a:solidFill>
                  <a:schemeClr val="dk2"/>
                </a:solidFill>
              </a:defRPr>
            </a:lvl9pPr>
          </a:lstStyle>
          <a:p>
            <a:pPr algn="r" indent="0" lvl="0" marL="0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folHlink="folHlink" hlink="hlink" tx1="dk1" tx2="lt2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5" r:id="rId9"/>
    <p:sldLayoutId id="2147483654" r:id="rId8"/>
  </p:sldLayoutIdLst>
  <p:hf dt="0" ftr="0" hdr="0" sldNum="0"/>
  <p:txStyles>
    <p:titleStyle>
      <a:defPPr algn="l" lvl="0" marR="0" rtl="0">
        <a:lnSpc>
          <a:spcPct val="100000"/>
        </a:lnSpc>
        <a:spcBef>
          <a:spcPts val="0"/>
        </a:spcBef>
        <a:spcAft>
          <a:spcPts val="0"/>
        </a:spcAft>
      </a:defPPr>
      <a:lvl1pPr algn="l" lvl="0" marR="0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cap="none" i="0" strike="noStrike" sz="1400" u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algn="l" lvl="1" marR="0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cap="none" i="0" strike="noStrike" sz="1400" u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algn="l" lvl="2" marR="0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cap="none" i="0" strike="noStrike" sz="1400" u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algn="l" lvl="3" marR="0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cap="none" i="0" strike="noStrike" sz="1400" u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algn="l" lvl="4" marR="0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cap="none" i="0" strike="noStrike" sz="1400" u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algn="l" lvl="5" marR="0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cap="none" i="0" strike="noStrike" sz="1400" u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algn="l" lvl="6" marR="0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cap="none" i="0" strike="noStrike" sz="1400" u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algn="l" lvl="7" marR="0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cap="none" i="0" strike="noStrike" sz="1400" u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algn="l" lvl="8" marR="0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cap="none" i="0" strike="noStrike" sz="1400" u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algn="l" lvl="0" marR="0" rtl="0">
        <a:lnSpc>
          <a:spcPct val="100000"/>
        </a:lnSpc>
        <a:spcBef>
          <a:spcPts val="0"/>
        </a:spcBef>
        <a:spcAft>
          <a:spcPts val="0"/>
        </a:spcAft>
      </a:defPPr>
      <a:lvl1pPr algn="l" lvl="0" marR="0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cap="none" i="0" strike="noStrike" sz="1400" u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algn="l" lvl="1" marR="0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cap="none" i="0" strike="noStrike" sz="1400" u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algn="l" lvl="2" marR="0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cap="none" i="0" strike="noStrike" sz="1400" u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algn="l" lvl="3" marR="0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cap="none" i="0" strike="noStrike" sz="1400" u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algn="l" lvl="4" marR="0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cap="none" i="0" strike="noStrike" sz="1400" u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algn="l" lvl="5" marR="0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cap="none" i="0" strike="noStrike" sz="1400" u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algn="l" lvl="6" marR="0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cap="none" i="0" strike="noStrike" sz="1400" u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algn="l" lvl="7" marR="0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cap="none" i="0" strike="noStrike" sz="1400" u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algn="l" lvl="8" marR="0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cap="none" i="0" strike="noStrike" sz="1400" u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algn="l" lvl="0" marR="0" rtl="0">
        <a:lnSpc>
          <a:spcPct val="100000"/>
        </a:lnSpc>
        <a:spcBef>
          <a:spcPts val="0"/>
        </a:spcBef>
        <a:spcAft>
          <a:spcPts val="0"/>
        </a:spcAft>
      </a:defPPr>
      <a:lvl1pPr algn="l" lvl="0" marR="0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cap="none" i="0" strike="noStrike" sz="1400" u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algn="l" lvl="1" marR="0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cap="none" i="0" strike="noStrike" sz="1400" u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algn="l" lvl="2" marR="0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cap="none" i="0" strike="noStrike" sz="1400" u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algn="l" lvl="3" marR="0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cap="none" i="0" strike="noStrike" sz="1400" u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algn="l" lvl="4" marR="0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cap="none" i="0" strike="noStrike" sz="1400" u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algn="l" lvl="5" marR="0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cap="none" i="0" strike="noStrike" sz="1400" u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algn="l" lvl="6" marR="0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cap="none" i="0" strike="noStrike" sz="1400" u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algn="l" lvl="7" marR="0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cap="none" i="0" strike="noStrike" sz="1400" u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algn="l" lvl="8" marR="0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cap="none" i="0" strike="noStrike" sz="1400" u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 /></Relationships>
</file>

<file path=ppt/slides/_rels/slide2.xml.rels><?xml version="1.0" encoding="UTF-8"?><Relationships xmlns="http://schemas.openxmlformats.org/package/2006/relationships"><Relationship Id="rId1" Type="http://schemas.openxmlformats.org/officeDocument/2006/relationships/slideLayout" Target="../slideLayouts/slideLayout3.xml" /></Relationships>
</file>

<file path=ppt/slides/_rels/slide3.xml.rels><?xml version="1.0" encoding="UTF-8"?><Relationships xmlns="http://schemas.openxmlformats.org/package/2006/relationships"><Relationship Id="rId1" Type="http://schemas.openxmlformats.org/officeDocument/2006/relationships/slideLayout" Target="../slideLayouts/slideLayout3.xml" /></Relationships>
</file>

<file path=ppt/slides/_rels/slide4.xml.rels><?xml version="1.0" encoding="UTF-8"?><Relationships xmlns="http://schemas.openxmlformats.org/package/2006/relationships"><Relationship Id="rId1" Type="http://schemas.openxmlformats.org/officeDocument/2006/relationships/slideLayout" Target="../slideLayouts/slideLayout3.xml" /></Relationships>
</file>

<file path=ppt/slides/_rels/slide5.xml.rels><?xml version="1.0" encoding="UTF-8"?><Relationships xmlns="http://schemas.openxmlformats.org/package/2006/relationships"><Relationship Id="rId1" Type="http://schemas.openxmlformats.org/officeDocument/2006/relationships/slideLayout" Target="../slideLayouts/slideLayout3.xml" /></Relationships>
</file>

<file path=ppt/slides/_rels/slide6.xml.rels><?xml version="1.0" encoding="UTF-8"?><Relationships xmlns="http://schemas.openxmlformats.org/package/2006/relationships"><Relationship Id="rId1" Type="http://schemas.openxmlformats.org/officeDocument/2006/relationships/slideLayout" Target="../slideLayouts/slideLayout3.xml" /></Relationships>
</file>

<file path=ppt/slides/_rels/slide7.xml.rels><?xml version="1.0" encoding="UTF-8"?><Relationships xmlns="http://schemas.openxmlformats.org/package/2006/relationships"><Relationship Id="rId1" Type="http://schemas.openxmlformats.org/officeDocument/2006/relationships/slideLayout" Target="../slideLayouts/slideLayout3.xml" /></Relationships>
</file>

<file path=ppt/slides/_rels/slide8.xml.rels><?xml version="1.0" encoding="UTF-8"?><Relationships xmlns="http://schemas.openxmlformats.org/package/2006/relationships"><Relationship Id="rId1" Type="http://schemas.openxmlformats.org/officeDocument/2006/relationships/slideLayout" Target="../slideLayouts/slideLayout3.xml" /></Relationships>
</file>

<file path=ppt/slides/_rels/slide9.xml.rels><?xml version="1.0" encoding="UTF-8"?><Relationships xmlns="http://schemas.openxmlformats.org/package/2006/relationships"><Relationship Id="rId1" Type="http://schemas.openxmlformats.org/officeDocument/2006/relationships/slideLayout" Target="../slideLayouts/slideLayout3.xml" 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pPr lvl="0" indent="0" marL="0">
              <a:buNone/>
            </a:pPr>
            <a:r>
              <a:rPr/>
              <a:t>Work Smarter with Quarto</a:t>
            </a:r>
          </a:p>
        </p:txBody>
      </p:sp>
    </p:spTree>
  </p:cSld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/>
          <a:lstStyle/>
          <a:p>
            <a:pPr lvl="0" indent="0" marL="0">
              <a:buNone/>
            </a:pPr>
            <a:r>
              <a:rPr/>
              <a:t>What</a:t>
            </a:r>
          </a:p>
        </p:txBody>
      </p:sp>
    </p:spTree>
  </p:cSld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/>
          <a:lstStyle/>
          <a:p>
            <a:pPr lvl="0" indent="0" marL="0">
              <a:buNone/>
            </a:pPr>
            <a:r>
              <a:rPr/>
              <a:t>Quarto is an open-source scientific and technical publishing system that allows you to combine text, images, code, plots, and tables in a fully-reproducible document.</a:t>
            </a:r>
          </a:p>
        </p:txBody>
      </p:sp>
    </p:spTree>
  </p:cSld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/>
          <a:lstStyle/>
          <a:p>
            <a:pPr lvl="0" indent="0" marL="0">
              <a:buNone/>
            </a:pPr>
            <a:r>
              <a:rPr/>
              <a:t>Quarto</a:t>
            </a:r>
          </a:p>
        </p:txBody>
      </p:sp>
    </p:spTree>
  </p:cSld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/>
          <a:lstStyle/>
          <a:p>
            <a:pPr lvl="0" indent="0" marL="0">
              <a:buNone/>
            </a:pPr>
            <a:r>
              <a:rPr/>
              <a:t>Why?</a:t>
            </a:r>
          </a:p>
        </p:txBody>
      </p:sp>
    </p:spTree>
  </p:cSld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/>
          <a:lstStyle/>
          <a:p>
            <a:pPr lvl="0" indent="0" marL="0">
              <a:buNone/>
            </a:pPr>
            <a:r>
              <a:rPr/>
              <a:t>Who?</a:t>
            </a:r>
          </a:p>
        </p:txBody>
      </p:sp>
    </p:spTree>
  </p:cSld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/>
          <a:lstStyle/>
          <a:p>
            <a:pPr lvl="0" indent="0" marL="0">
              <a:buNone/>
            </a:pPr>
            <a:r>
              <a:rPr/>
              <a:t>You!</a:t>
            </a:r>
          </a:p>
        </p:txBody>
      </p:sp>
    </p:spTree>
  </p:cSld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/>
          <a:lstStyle/>
          <a:p>
            <a:pPr lvl="0" indent="0" marL="0">
              <a:buNone/>
            </a:pPr>
            <a:r>
              <a:rPr/>
              <a:t>Me!</a:t>
            </a:r>
          </a:p>
        </p:txBody>
      </p:sp>
    </p:spTree>
  </p:cSld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/>
          <a:lstStyle/>
          <a:p>
            <a:pPr lvl="0" indent="0" marL="0">
              <a:buNone/>
            </a:pPr>
            <a:r>
              <a:rPr/>
              <a:t>US!</a:t>
            </a:r>
          </a:p>
        </p:txBody>
      </p:sp>
    </p:spTree>
  </p:cSld>
</p:sld>
</file>

<file path=ppt/theme/theme1.xml><?xml version="1.0" encoding="utf-8"?>
<a:theme xmlns:a="http://schemas.openxmlformats.org/drawingml/2006/main" xmlns:r="http://schemas.openxmlformats.org/officeDocument/2006/relationships" name="CDPHE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001970"/>
      </a:accent1>
      <a:accent2>
        <a:srgbClr val="2551A3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49</Words>
  <Application>Microsoft Macintosh PowerPoint</Application>
  <PresentationFormat>On-screen Show (16:9)</PresentationFormat>
  <Paragraphs>15</Paragraphs>
  <Slides>4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Presentation Title</vt:lpstr>
      <vt:lpstr>Slide Title</vt:lpstr>
      <vt:lpstr>Section header</vt:lpstr>
      <vt:lpstr>Slide Title for Two-Content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Work Smarter with Quarto</dc:title>
  <dc:creator/>
  <cp:keywords/>
  <dcterms:created xsi:type="dcterms:W3CDTF">2026-06-18T19:54:35Z</dcterms:created>
  <dcterms:modified xsi:type="dcterms:W3CDTF">2026-06-18T19:54:35Z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biblio-config">
    <vt:lpwstr>True</vt:lpwstr>
  </property>
  <property fmtid="{D5CDD505-2E9C-101B-9397-08002B2CF9AE}" pid="3" name="engines">
    <vt:lpwstr/>
  </property>
  <property fmtid="{D5CDD505-2E9C-101B-9397-08002B2CF9AE}" pid="4" name="header-includes">
    <vt:lpwstr/>
  </property>
  <property fmtid="{D5CDD505-2E9C-101B-9397-08002B2CF9AE}" pid="5" name="include-after">
    <vt:lpwstr/>
  </property>
  <property fmtid="{D5CDD505-2E9C-101B-9397-08002B2CF9AE}" pid="6" name="include-before">
    <vt:lpwstr/>
  </property>
  <property fmtid="{D5CDD505-2E9C-101B-9397-08002B2CF9AE}" pid="7" name="labels">
    <vt:lpwstr/>
  </property>
  <property fmtid="{D5CDD505-2E9C-101B-9397-08002B2CF9AE}" pid="8" name="toc-title">
    <vt:lpwstr>Table of contents</vt:lpwstr>
  </property>
</Properties>
</file>