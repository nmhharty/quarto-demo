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57f5cdcbe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57f5cdcbe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448ee321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448ee321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48ee3216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48ee3216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48ee321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48ee321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48ee321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48ee321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48ee321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448ee321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448ee3216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448ee3216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b="159" l="0" r="0" t="169"/>
          <a:stretch/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522600" y="598425"/>
            <a:ext cx="8098800" cy="209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252E67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65625" y="2877000"/>
            <a:ext cx="70215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2413650" y="4632338"/>
            <a:ext cx="431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w topic" type="secHead">
  <p:cSld name="SECTION_HEADER">
    <p:bg>
      <p:bgPr>
        <a:solidFill>
          <a:srgbClr val="2551A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159" l="0" r="0" t="169"/>
          <a:stretch/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1643600" y="1295950"/>
            <a:ext cx="5856600" cy="113400"/>
          </a:xfrm>
          <a:prstGeom prst="rect">
            <a:avLst/>
          </a:prstGeom>
          <a:solidFill>
            <a:srgbClr val="001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3600" y="3629725"/>
            <a:ext cx="5856600" cy="113400"/>
          </a:xfrm>
          <a:prstGeom prst="rect">
            <a:avLst/>
          </a:prstGeom>
          <a:solidFill>
            <a:srgbClr val="001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1683500" y="1837338"/>
            <a:ext cx="57768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4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tional: whit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75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-25" y="702150"/>
            <a:ext cx="9144000" cy="113400"/>
          </a:xfrm>
          <a:prstGeom prst="rect">
            <a:avLst/>
          </a:prstGeom>
          <a:solidFill>
            <a:srgbClr val="001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113050" y="-31775"/>
            <a:ext cx="7674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b="1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13050" y="941100"/>
            <a:ext cx="87438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○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■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■"/>
              <a:defRPr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●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○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■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rmational: blue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456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-25" y="4455463"/>
            <a:ext cx="9144000" cy="113400"/>
          </a:xfrm>
          <a:prstGeom prst="rect">
            <a:avLst/>
          </a:prstGeom>
          <a:solidFill>
            <a:srgbClr val="001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75050" y="1076275"/>
            <a:ext cx="83061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○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Char char="■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Char char="●"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Char char="○"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Char char="■"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Char char="●"/>
              <a:defRPr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Char char="○"/>
              <a:defRPr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Char char="■"/>
              <a:defRPr sz="1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75050" y="227952"/>
            <a:ext cx="8097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: title and text/image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3025"/>
            <a:ext cx="3040050" cy="51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 rot="5400000">
            <a:off x="-2543727" y="2516850"/>
            <a:ext cx="5181900" cy="109800"/>
          </a:xfrm>
          <a:prstGeom prst="rect">
            <a:avLst/>
          </a:prstGeom>
          <a:solidFill>
            <a:srgbClr val="001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75050" y="227900"/>
            <a:ext cx="2401800" cy="27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3287375" y="304525"/>
            <a:ext cx="53619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○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Char char="■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  <a:defRPr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○"/>
              <a:defRPr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■"/>
              <a:defRPr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●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○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Trebuchet MS"/>
              <a:buChar char="■"/>
              <a:defRPr sz="10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: thank you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159" l="0" r="0" t="169"/>
          <a:stretch/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965625" y="2877000"/>
            <a:ext cx="70215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413650" y="4632338"/>
            <a:ext cx="431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/>
        </p:nvSpPr>
        <p:spPr>
          <a:xfrm>
            <a:off x="901650" y="1580925"/>
            <a:ext cx="734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1" sz="6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" type="body"/>
          </p:nvPr>
        </p:nvSpPr>
        <p:spPr>
          <a:xfrm>
            <a:off x="113050" y="941100"/>
            <a:ext cx="8458200" cy="3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this presentation, we used a 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white background with a blue bar on top for the slides with the color logo(s) at the bottom right, which we recommend using.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use this template, first </a:t>
            </a: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make a copy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will give you options to rename the file and pick the folder where you want to save it.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Need help creating your presentation or have questions? Reach out to the Communications team!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941" y="4666541"/>
            <a:ext cx="2061476" cy="3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>
            <p:ph type="title"/>
          </p:nvPr>
        </p:nvSpPr>
        <p:spPr>
          <a:xfrm>
            <a:off x="113050" y="-31775"/>
            <a:ext cx="76746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lt1"/>
                </a:solidFill>
              </a:rPr>
              <a:t>Instructions for use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522600" y="598425"/>
            <a:ext cx="8098800" cy="20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"/>
          <p:cNvSpPr txBox="1"/>
          <p:nvPr>
            <p:ph idx="1" type="subTitle"/>
          </p:nvPr>
        </p:nvSpPr>
        <p:spPr>
          <a:xfrm>
            <a:off x="965625" y="2877000"/>
            <a:ext cx="7021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2" type="subTitle"/>
          </p:nvPr>
        </p:nvSpPr>
        <p:spPr>
          <a:xfrm>
            <a:off x="2413650" y="4632338"/>
            <a:ext cx="4316700" cy="4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51A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683500" y="1837338"/>
            <a:ext cx="5776800" cy="13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113050" y="-31775"/>
            <a:ext cx="76746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113050" y="941100"/>
            <a:ext cx="8743800" cy="3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375050" y="1076275"/>
            <a:ext cx="8306100" cy="31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375050" y="227952"/>
            <a:ext cx="80973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75050" y="227900"/>
            <a:ext cx="2401800" cy="27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287375" y="304525"/>
            <a:ext cx="5361900" cy="3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965625" y="2877000"/>
            <a:ext cx="7021500" cy="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idx="2" type="subTitle"/>
          </p:nvPr>
        </p:nvSpPr>
        <p:spPr>
          <a:xfrm>
            <a:off x="2413650" y="4632338"/>
            <a:ext cx="4316700" cy="4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DPH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1970"/>
      </a:accent1>
      <a:accent2>
        <a:srgbClr val="2551A3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